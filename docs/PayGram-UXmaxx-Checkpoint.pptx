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PayGram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Cross-chain payments inside Telegram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it. Tap confirm. Paid.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UXmaxx Hackathon · Encode Club ·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Vite · Magic · Particle UA · EIP-7702 · Arbitrum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github.com/AshThunder/paygram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has the infrastructure. It doesn't use it.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pick chains, manage gas, bridge assets, remember seed phrases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P2P payments, tipping, and group splits are clunky in Web3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900M+ Telegram users — no native cross-chain payment layer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Make chain abstraction feel like Venmo.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PayGram — Telegram Mini App for cross-chain money movement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unified balance across all chains (Particle UA)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language payments — chat is the primary input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Four product tabs — Chat · Activity · Collect · 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Chains invisible — no gas, no bridging UI, no seed phrases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Tab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Features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Chat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Send, tip, request, split, collect, gift via natural language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Activity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Pending requests, you owe / owed to you, pay now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Collect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Group pots, progress bars, contributions, share links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Tip jar, pay links, gift links, friends, unified balance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→ TRANSACTION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"send $25 to @alice for lunch"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Intent parser (heuristic + Zod)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Confirmation card in chat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Magic sign + EIP-7702 delegate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Particle UA createTransferTransaction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Receipt + Activity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E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signs once. UA routes across chains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CROSS-CHAIN ARCHITECTURE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Particle Universal Accounts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Unified balance across EVM + Solana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EIP-7702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EOA upgraded on Arbitrum — same address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createTransferTransaction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Sources any chain → settles Arbitrum USDC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Magic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Embedded wallet — email login, 7702 signing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Mini App (Vite + React)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Magic Embedded Wallet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Particle Universal Accounts (EIP-7702)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Arbitrum execution layer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Cross-chain transfer via UA SDK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Partners: Magic · Particle Network · Arbitrum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REQUIREMENTS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Requirement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UA SDK in EIP-7702 mode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✅ useEIP7702: true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Embedded wallet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✅ Magic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Partner tech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✅ Magic + Particle + Arbitrum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Cross-chain operation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✅ createTransferTransaction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Functional demo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✅ Runnable + deployable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SCRIPT (2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 → unified balance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Chat: send $5 to 0x... → Confirm → receipt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Chat: split $60 with @bob @carol → Activity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Chat: collect $200 for dinner → Collect tab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 tab → share tip link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Activity → pay pending request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E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chain names shown at any step.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Vite Mini App + four tabs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Magic + Particle UA + EIP-7702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NL parser: send, tip, request, split, collect, gift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Activity inbox, pay links, tip jar, shell bot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Vercel deploy + Telegram BotFather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Live funded cross-chain demo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User registry API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ALIGNMENT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Criterion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PayGram strength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UX &amp; Design (45%)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Venmo-familiar, Telegram-native, zero jargon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Technical (25%)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EIP-7702 + UA SDK, Zod intents, delegation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Creativity (20%)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Chat→tx + split + collect + pay links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Completeness (10%)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End-to-end payment flows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851FF"/>
                          </a:solidFill>
                        </a:rPr>
                        <a:t>Deliverable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Now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GitHub published, checkpoint submitted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Week 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Vercel deploy, Telegram live, funded wallet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Week 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User registry API, polish UI, demo video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Final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5"/>
                          </a:solidFill>
                        </a:rPr>
                        <a:t>Judge-ready walkthrough + live Telegram demo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8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Cross-chain payments. Telegram native. Chains gone.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github.com/AshThunder/paygram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@AshThunder · UXmaxx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PayGram — UXmaxx Checkpoint</dc:title>
  <dc:subject>PptxGenJS Presentation</dc:subject>
  <dc:creator>AshThunder</dc:creator>
  <cp:lastModifiedBy>AshThunder</cp:lastModifiedBy>
  <cp:revision>1</cp:revision>
  <dcterms:created xsi:type="dcterms:W3CDTF">2026-07-05T20:35:54Z</dcterms:created>
  <dcterms:modified xsi:type="dcterms:W3CDTF">2026-07-05T20:35:54Z</dcterms:modified>
</cp:coreProperties>
</file>